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CORRECTION (see "Amplitude matters" slides further on): this entire slide used ±200 DAC counts. Repeating at ±400/±800 shows the 15-20Hz collapse seen here was largely a nonlinear threshold effect specific to small commanded amplitude, not a hard actuator bandwidth ceiling — do not treat this slide's rolloff as the final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Correcting for cross-axis coupling: true displacement, not just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Every gain number on the previous slides was the x-pixel projection only — it ignored the real cross-axis (y) component confirmed in every test so far. True displacement is |vector| = sqrt(gain_x² + gain_y²), not gain_x alone.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At 0.1-2Hz the correction is small (~1%) — the cross-coupling fraction is modest there. At 5-20Hz it's 6-14% larger than the x-only number — meaningful, though on its own it doesn't overturn the ±200-count rolloff conclusion.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motion vector's ANGLE appeared to rotate sharply between 2-3Hz (~-171.5° → ~-150 to -160°) in this pass. RETRACTED two slides on ("Angle rotation was a batch artifact") — repeating a low frequency later in a clean single-session sweep showed this was a time-dependent shift between test batches, not a frequency effect.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Ran a finer 3-12Hz sweep (1Hz steps) to locate what looked at the time like real structure — see the correction for what that sweep actually showed once the batch-artifact issue was understood.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Fine sweep, as understood at the time (see retraction on the next slide)</a:t>
            </a:r>
          </a:p>
        </p:txBody>
      </p:sp>
      <p:pic>
        <p:nvPicPr>
          <p:cNvPr id="3" name="Picture 2" descr="vector_m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2974848"/>
          </a:xfrm>
          <a:prstGeom prst="rect">
            <a:avLst/>
          </a:prstGeom>
        </p:spPr>
      </p:pic>
      <p:pic>
        <p:nvPicPr>
          <p:cNvPr id="4" name="Picture 3" descr="vector_angle_vs_fr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577840" cy="260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4306055904000"/>
            <a:ext cx="10451592000000" cy="1755867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Magnitude plateaus 6-10Hz, dips sharply at 11Hz, partially recovers at 12Hz, then collapses by 15Hz — at the time read as resonance/anti-resonance from a two-mode mechanical system.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That reading is now considered unreliable: this entire fine sweep was run in the same post-calibration session/batch as the earlier 5-20Hz points, so it shares whatever caused the angle/offset shift documented on the next slide. The dip-and-recovery shape's cause (measurement noise vs. a real feature) was not re-verified with a clean repeat before this deck was built.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Kept in the deck for the record, not as a trusted finding — see the retraction and the amplitude-comparison slides for the corrected picture.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Retraction: the angle rotation was a batch artifact, not frequency-dependent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User question that caught this: could the 2-3Hz angle rotation just be a sudden camera/rig shift rather than real dynamics? Checked the baseline pixel offset per test: mean y jumped from ~478-480px (0.1-2Hz batch, run ~18:58) to ~379-386px (3-20Hz batch, run ~19:39 onward, after two calibration sweeps at ~19:12-19:16) — a ~100px shift. DAC-y was confirmed unchanged (95) throughout via the printed status line, so this isn't a commanded-position difference.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Decisive test: reran 2Hz alone, standalone, well after the calibration sweeps. Result: offset and angle matched the "high-frequency batch" pattern (~-151°), NOT the original 2Hz result (~-171.5°) — same frequency, different answer. Confirms the shift is tied to elapsed time / an intervening event (most likely the two calibration sweeps, which swing the actuator across nearly its full range), not to test frequency.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"two mechanical axes have different dynamics" claim on the earlier slides is retracted. Frequency and test order were confounded in that data (tests were run in increasing-frequency order over time) — this is exactly why a clean single-session sweep (next slides) was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Clean resweep at 3 amplitudes: the rolloff was mostly a small-signal effect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Full 0.1-20Hz sweep repeated in one uninterrupted pass at ±200/±400/±800 DAC counts</a:t>
            </a:r>
          </a:p>
        </p:txBody>
      </p:sp>
      <p:pic>
        <p:nvPicPr>
          <p:cNvPr id="3" name="Picture 2" descr="amplitu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6092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What the amplitude comparison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% of 0.1Hz magnitude retained at 20Hz: 22% at ±200 counts, 61% at ±400, 69% at ±800 — a completely different answer depending on how hard the actuator is driven.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If the system were linear, doubling amplitude should double the response at every frequency equally (ratio ≈ 2.0×200→400 everywhere). That roughly holds 0.1-9Hz (ratios 1.6-2.3×) but breaks badly at 15Hz (10.8×) and 20Hz (4.9×) — the signature of a nonlinear threshold (stiction/backlash/dead-band), not a linear bandwidth limit.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Read: at small commanded amplitude, the actuator apparently can't generate enough force fast enough to break through some threshold at 15-20Hz, so it barely moves. At larger amplitude there's enough "push" to get past it, and the response recovers substantially (though not completely — even at ±800, 20Hz retains only ~69%, so there IS still some real rolloff, just far less severe than ±200 suggested).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Bonus confirmation: angle stayed stable (~-146 to -157°) across ALL 16 frequencies in BOTH clean amplitude sweeps — further confirming the earlier "axis rotation" finding was a batch artifact, not real.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Practical implication, not yet resolved: which amplitude regime matters depends on how large the actual beacon-wobble disturbance is in DAC-equivalent terms. If real disturbances are small, the controller may still fight this stiction effect in practice (possibly needing a small dither signal to stay unstuck) even though large-signal bandwidth looks much healthier than first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FTA amplifier static calibration — both axes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DAC counts ↔ amplifier output voltage, R=2.85Ω load</a:t>
            </a:r>
          </a:p>
        </p:txBody>
      </p:sp>
      <p:pic>
        <p:nvPicPr>
          <p:cNvPr id="3" name="Picture 2" descr="fta_amp_volt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97280"/>
            <a:ext cx="7507705" cy="54864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2286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94360"/>
                <a:gridCol w="594360"/>
                <a:gridCol w="5943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counts/V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counts/A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-3891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-3636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0838208000" y="3595347648000"/>
            <a:ext cx="2090318400000" cy="2424769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Both axes are highly linear statically (R²=1.0000 X, 0.9971 Y) — no visible kink or dead-band across the full 200-4000 DAC range.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counts/V and counts/A are negative because voltage decreases as DAC counts increase on both axes (same sign convention already established from the step-response/sine-tracking data).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Complementary evidence for the sine-tracking amplitude-comparison finding: since the DAC/amp stage is this linear when swept slowly, the dynamic nonlinear threshold seen at 15-20Hz more likely lives in actuator mechanics or a frequency-dependent electrical effect, not simple DC nonlinearity here.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Where does the centroid actually stop moving?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Calibration sweep (DAC→centroid) combined with the amplifier power fit</a:t>
            </a:r>
          </a:p>
        </p:txBody>
      </p:sp>
      <p:pic>
        <p:nvPicPr>
          <p:cNvPr id="3" name="Picture 2" descr="fta_travel_rang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574547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680000" y="4849538688000"/>
            <a:ext cx="10284366528000" cy="125419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X axis: cx tracks dac_x linearly across the ENTIRE tested range (200-3800) — no flattening at either end, still responding right up to both extremes.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Y axis: cy rises steeply from dac_y=200→~500 (~0.028 px/count), then flattens almost completely for the rest of the range 500-3800 (~0.003 mid-range, ~0.0015 at the high end — a 94-95% sensitivity drop) while power keeps climbing to ~850mW at the far end.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Read: the Y axis's real useful travel is only about DAC 200-500/800 — a small fraction of what was swept. Past that, DAC-y commands spend power for essentially zero additional beam movement, consistent with hitting a real mechanical limit early.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Same view as slide 10, at ±400 DAC counts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_amp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Same view as slide 10, at ±800 DAC counts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_amp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RETRACTED: slide 18's Y-axis travel limit was a dropped-command bug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fta_calibration_vcp.py fired set_x then set_y with no wait -- the firmware's one-line VCP buffer silently dropped set_y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676416000" y="1463222880000"/>
            <a:ext cx="10117141056000" cy="4431475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Symptom: re-running the grid sweep after switching to full-frame, the beam visibly moved on only ONE axis at a time -- manual set_x/set_y control clearly worked on both.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Root cause (main.c HAL_UART_RxCpltCallback): the firmware buffers exactly one pending VCP command line at a time. A new command's bytes arriving before the previous line's reply is drained by the main loop are silently dropped -- no error, no signal.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fta_calibration_vcp.py wrote set_x then immediately set_y with zero delay and never read either reply. set_x (sent first) almost always landed; set_y frequently got dropped while set_x's OK reply was still pending -- silently sticking dac_y while dac_x kept updating.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This affected every automated calibration grid sweep this session, including the one behind slide 18. fta_manual_control.py was never affected -- it already waits for each reply before sending the next command, which is exactly why manual control looked fine.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Fix: added send_command() to fta_calibration_vcp.py -- writes a command and blocks until that command's OK/ERR reply arrives before returning, guaranteeing the firmware's one-line buffer is empty before the next command is sent.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The grid mesh before and after the fix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Same 200-3800 / step-300 grid, drawn directly in centroid (pixel) space -- rows share dac_y, columns share dac_x</a:t>
            </a:r>
          </a:p>
        </p:txBody>
      </p:sp>
      <p:pic>
        <p:nvPicPr>
          <p:cNvPr id="3" name="Picture 2" descr="fta_calibration_grid_mesh_full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88720"/>
            <a:ext cx="4356847" cy="4114800"/>
          </a:xfrm>
          <a:prstGeom prst="rect">
            <a:avLst/>
          </a:prstGeom>
        </p:spPr>
      </p:pic>
      <p:pic>
        <p:nvPicPr>
          <p:cNvPr id="4" name="Picture 3" descr="fta_calibration_grid_mesh_fullframe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435684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5016764160000"/>
            <a:ext cx="10451592000000" cy="10869655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LEFT (buggy): near-degenerate sliver, 2x2 gain-block determinant ~0.0004 -- dac_y barely moves the centroid independent of dac_x.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RIGHT (fixed): clean, evenly-spaced parallelogram, determinant ~0.01 (25-30x larger) -- both axes genuinely independent, rotated relative to camera x/y (consistent with the ~-150° motion-axis angle already found from the sine-tracking rotated view, slides 10/19/20 -- those were never affected by this bug since they only ever send set_x in a loop).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Corrected travel-range analysis: no Y-axis saturation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Same plot as slide 18, re-run on the fixed calibration data -- cy now declines smoothly across the full range, mirroring cx</a:t>
            </a:r>
          </a:p>
        </p:txBody>
      </p:sp>
      <p:pic>
        <p:nvPicPr>
          <p:cNvPr id="3" name="Picture 2" descr="fta_travel_range_analysis_fullframe_fixed_longdw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574547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680000" y="4849538688000"/>
            <a:ext cx="10284366528000" cy="125419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Y axis now tracks dac_y smoothly across the entire 200-3800 range, just like X -- no flattening past ~500 counts.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Slide 18's "Y's real useful travel is only DAC 200-500/800" finding and its "restrict Y calibration to that range" recommendation are both retracted.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Confirmed at both normal dwell (0.3s settle/0.15s capture) and ~4x longer dwell (1.2s/0.6s, to rule out settling noise) -- same result both times.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