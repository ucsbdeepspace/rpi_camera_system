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4C6BF67-F92F-4680-8D59-0A1A843C73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A8DCF6-3090-4E4E-9D53-DF95EE9D07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72B8EB3-E9C9-4DA1-BE0D-D28F6C6E88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3BF8EB3-5D22-4531-91B6-03CA387F03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096FCF-E6FE-4582-A7B5-079074E53CA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C3D7F7D-EB56-493A-BFCD-38BC0589F94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544EEE-1883-48CC-AD6E-DC6006623C9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1FFDB0A-6C46-456C-8DD5-6D7A77CDFD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641D4C-B2A8-44ED-8674-9E1F4343A90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E2ED7F-1068-4767-AD6E-7514E29E45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090BE52-363F-49BC-B10F-B1C3C6B7D20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822960" y="2377440"/>
            <a:ext cx="10515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FTA </a:t>
            </a:r>
            <a:r>
              <a:rPr lang="en-US" sz="3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Actuato</a:t>
            </a:r>
            <a:r>
              <a:rPr lang="en-US" sz="3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r Step-</a:t>
            </a:r>
            <a:r>
              <a:rPr lang="en-US" sz="3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Respon</a:t>
            </a:r>
            <a:r>
              <a:rPr lang="en-US" sz="3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se </a:t>
            </a:r>
            <a:r>
              <a:rPr lang="en-US" sz="3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Bench </a:t>
            </a:r>
            <a:r>
              <a:rPr lang="en-US" sz="3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Test</a:t>
            </a:r>
            <a:endParaRPr lang="en-US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r>
              <a:rPr lang="en-US" sz="18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camera_centroid</a:t>
            </a:r>
            <a:r>
              <a:rPr lang="en-US" sz="18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_receiver </a:t>
            </a:r>
            <a:r>
              <a:rPr lang="en-US" sz="18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firmware, post </a:t>
            </a:r>
            <a:r>
              <a:rPr lang="en-US" sz="18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NVIC-priority fix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lang="en-US" sz="1400" b="0" u="none" strike="noStrike">
                <a:solidFill>
                  <a:srgbClr val="898781"/>
                </a:solidFill>
                <a:effectLst/>
                <a:uFillTx/>
                <a:latin typeface="Calibri"/>
              </a:rPr>
              <a:t>2026-08-04 – 2026-</a:t>
            </a:r>
            <a:r>
              <a:rPr lang="en-US" sz="1400" b="0" u="none" strike="noStrike">
                <a:solidFill>
                  <a:srgbClr val="898781"/>
                </a:solidFill>
                <a:effectLst/>
                <a:uFillTx/>
                <a:latin typeface="Calibri"/>
              </a:rPr>
              <a:t>08-06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Methodolo</a:t>
            </a: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gy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2"/>
          <p:cNvSpPr/>
          <p:nvPr/>
        </p:nvSpPr>
        <p:spPr>
          <a:xfrm>
            <a:off x="731520" y="1554480"/>
            <a:ext cx="10698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Measured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entirely from the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laptop over the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Nucleo's VCP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(COM4, 115200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baud) — no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camera/Pi access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needed for this test.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Position data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sourced from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camera_centroid_re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ceiver's per-packet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I2C-relay print line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(≈170–190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samples/sec), not a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direct camera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capture.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Protocol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replicates the pre-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fix 2026-07-23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baseline exactly: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95→2000 (large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step), then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2000↔2100 ×3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(small steps, both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directions + repeat),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on each axis.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Amp enabled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once for the whole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batch; board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returned to idle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(dac=95/95, amp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off) between axis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groups and at the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end.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Prerequisite fixes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this session: NVIC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priority swap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(USART2 now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preempts I2C1)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eliminated VCP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command byte-loss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under live telemetry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load — verified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30/30 clean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commands before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this data was </a:t>
            </a: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collected.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Axis X </a:t>
            </a: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results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2" descr="axis_x_steps.png"/>
          <p:cNvPicPr/>
          <p:nvPr/>
        </p:nvPicPr>
        <p:blipFill>
          <a:blip r:embed="rId1"/>
          <a:stretch/>
        </p:blipFill>
        <p:spPr>
          <a:xfrm>
            <a:off x="320040" y="1051560"/>
            <a:ext cx="11521080" cy="631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Axis Y </a:t>
            </a: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results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Picture 2" descr="axis_y_steps.png"/>
          <p:cNvPicPr/>
          <p:nvPr/>
        </p:nvPicPr>
        <p:blipFill>
          <a:blip r:embed="rId1"/>
          <a:stretch/>
        </p:blipFill>
        <p:spPr>
          <a:xfrm>
            <a:off x="320040" y="1051560"/>
            <a:ext cx="11521080" cy="6316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Summary </a:t>
            </a: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metrics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" name="Table 2"/>
          <p:cNvGraphicFramePr/>
          <p:nvPr/>
        </p:nvGraphicFramePr>
        <p:xfrm>
          <a:off x="548640" y="1371600"/>
          <a:ext cx="11063880" cy="3291840"/>
        </p:xfrm>
        <a:graphic>
          <a:graphicData uri="http://schemas.openxmlformats.org/drawingml/2006/table">
            <a:tbl>
              <a:tblPr/>
              <a:tblGrid>
                <a:gridCol w="1843920"/>
                <a:gridCol w="1843920"/>
                <a:gridCol w="1843920"/>
                <a:gridCol w="1843920"/>
                <a:gridCol w="1843920"/>
                <a:gridCol w="18439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Axis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Step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Dominant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Delta (px)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Overshoot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Settling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95 → 2000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-148.6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0.0%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922ms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2000 → 2100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-19.8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0.0%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469ms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2100 → 2000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5.2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79.1%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31ms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2000 → 2100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-7.1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0.0%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125ms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95 → 2000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-124.2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0.0%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765ms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2000 → 2100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-11.5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0.0%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250ms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2100 → 2000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3.4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94.1%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156ms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2000 → 2100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-5.7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0.0%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234ms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Findings vs. pre-fix baseline (2026-07-23)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731520" y="1554480"/>
            <a:ext cx="10698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Actuator confirmed physically moving on every run — the pre-fix "no movement" scare doesn't reproduce; amp_enable was always reaching the board.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Axis coupling flipped, consistently across all 8 runs: DAC-x now drives pixel-x directly (was pixel-y pre-fix), DAC-y now drives pixel-y (was pixel-x). Not measurement noise — the direction is consistent. Cause not identified (likely camera/actuator reorientation during the SB16/SB18 rework or bench reconfiguration).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→ Any old fta_calibration.py fit matrix is now invalid — a fresh calibration sweep is required.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Small-step settling times are larger and noisier than pre-fix (125–469ms vs. 22–144ms); large-step settling is comparable (765–922ms vs. 793–1183ms).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→ Not yet distinguished: a real dynamics change from the rework, vs. this method's lower sample rate (≈180Hz VCP relay vs. the original's camera-direct rate) making the settling-time criterion more sensitive to a single noisy tail sample.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Sine tracking — methodology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"/>
          <p:cNvSpPr/>
          <p:nvPr/>
        </p:nvSpPr>
        <p:spPr>
          <a:xfrm>
            <a:off x="731520" y="1554480"/>
            <a:ext cx="10698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Complements the step-response tests: commands a continuous sine on axis X (±200 DAC counts around 2000) and measures how well the pixel position follows it — directly relevant to rejecting the project's actual 10-20Hz disturbance band.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Same laptop-only VCP approach as the step tests: set_x commands paced at 200Hz, measured position sourced from the Nucleo's per-packet I2C-relay print. Amp state is now explicitly verified (not fire-and-forget) after a real false result on 2026-08-06: a silently-failed amp_enable produced a near-zero response briefly mistaken for a genuine actuator finding.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Frequency is known exactly, so fitting the measured trace to A·sin(ωt)+B·cos(ωt)+C is linear least-squares, no iterative fit needed.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IMPORTANT CORRECTION: the step-response data already showed DAC increases move the pixel value DOWN on this axis (a real, normal sign convention, not a bug). A negative gain shows up in a raw amplitude/phase fit as ≈180° phase at EVERY frequency, regardless of real dynamics — initially misread as a huge lag. Fixed by reporting a signed gain plus the residual lag relative to whichever reference (0° or 180°) the fit actually landed near.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Sine tracking results (corrected)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Picture 2" descr="sine_response_corrected.png"/>
          <p:cNvPicPr/>
          <p:nvPr/>
        </p:nvPicPr>
        <p:blipFill>
          <a:blip r:embed="rId1"/>
          <a:stretch/>
        </p:blipFill>
        <p:spPr>
          <a:xfrm>
            <a:off x="320040" y="1051560"/>
            <a:ext cx="11521080" cy="6559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Sine tracking — lag analysis &amp; findings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" name="Picture 2" descr="sine_lag_vs_freq.png"/>
          <p:cNvPicPr/>
          <p:nvPr/>
        </p:nvPicPr>
        <p:blipFill>
          <a:blip r:embed="rId1"/>
          <a:stretch/>
        </p:blipFill>
        <p:spPr>
          <a:xfrm>
            <a:off x="457200" y="1143000"/>
            <a:ext cx="5486040" cy="32914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78" name="Table 3"/>
          <p:cNvGraphicFramePr/>
          <p:nvPr/>
        </p:nvGraphicFramePr>
        <p:xfrm>
          <a:off x="6675120" y="1143000"/>
          <a:ext cx="49374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</a:tblGrid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Freq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Gain (px)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Lag (ms)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0.1 Hz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-19.2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161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0.5 Hz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-17.8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68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 Hz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-16.6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59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 Hz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-15.2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47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79" name="TextBox 4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Lag-vs-frequency is close to a straight line through near-zero (residuals under 1.5° across 0.1-2Hz) — the signature of a roughly CONSTANT time delay (~41ms), not frequency-dependent actuator dynamics (which would curve/plateau, not stay linear).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~41ms is a plausible total for this test's own measurement pipeline (camera capture → I2C → Nucleo print → USB VCP → Python read) — a real closed-loop PID running on the Nucleo reads telemetry directly at ISR level and would not pay most of this cost.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Gain is consistent across all 4 frequencies (-15 to -19px per 200 DAC counts, mildly declining with frequency) — no sign of the actuator failing to track or distorting at any rate tested so far, up to 2Hz.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Net effect: the actuator's own dynamics look faster/cleaner than initially feared. Doesn't yet answer the real question (10-20Hz) — next step is pushing frequency into that band, now that the analysis is trustworthy.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Pushing toward the 10-20Hz disturbance band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Projected onto the actuator's fitted motion axis, not the camera's x/y axes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2" descr="sine_highfreq_rotated.png"/>
          <p:cNvPicPr/>
          <p:nvPr/>
        </p:nvPicPr>
        <p:blipFill>
          <a:blip r:embed="rId1"/>
          <a:stretch/>
        </p:blipFill>
        <p:spPr>
          <a:xfrm>
            <a:off x="320040" y="1234440"/>
            <a:ext cx="11521080" cy="660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Gain rolls off well before 10-20Hz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" name="Picture 2" descr="sine_gain_vs_freq.png"/>
          <p:cNvPicPr/>
          <p:nvPr/>
        </p:nvPicPr>
        <p:blipFill>
          <a:blip r:embed="rId1"/>
          <a:stretch/>
        </p:blipFill>
        <p:spPr>
          <a:xfrm>
            <a:off x="365760" y="1097280"/>
            <a:ext cx="6089040" cy="329148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84" name="Table 3"/>
          <p:cNvGraphicFramePr/>
          <p:nvPr/>
        </p:nvGraphicFramePr>
        <p:xfrm>
          <a:off x="7863840" y="1097280"/>
          <a:ext cx="3931560" cy="2880360"/>
        </p:xfrm>
        <a:graphic>
          <a:graphicData uri="http://schemas.openxmlformats.org/drawingml/2006/table">
            <a:tbl>
              <a:tblPr/>
              <a:tblGrid>
                <a:gridCol w="1310400"/>
                <a:gridCol w="1310400"/>
                <a:gridCol w="1310400"/>
              </a:tblGrid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Freq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Gain (px)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Lag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0.1 Hz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-19.2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161ms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0.5 Hz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-17.8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68ms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 Hz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-16.6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59ms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 Hz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-15.2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47ms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5 Hz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+10.3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-50ms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10 Hz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+9.2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unreliable*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15 Hz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+2.6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unreliable*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3200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20 Hz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-4.1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unreliable*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85" name="TextBox 4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Gain drops from ~19px (0.1Hz) to ~2.6-4px (15-20Hz) — down to roughly 15-20% of the low-frequency value, right at the frequencies this project actually needs to reject.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*Lag not reported above ~5-10Hz: at 10Hz the phase already reaches the fundamental single-frequency wraparound boundary (~180°) — a real mathematical ambiguity, not a bug — and by 15-20Hz the signal is small enough that noise likely dominates the fit anyway (visible directly in the previous slide's traces).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5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CORRECTION (see "Amplitude matters" slides further on): this entire slide used ±200 DAC counts. Repeating at ±400/±800 shows the 15-20Hz collapse seen here was largely a nonlinear threshold effect specific to small commanded amplitude, not a hard actuator bandwidth ceiling — do not treat this slide's rolloff as the final word.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Correcting for cross-axis coupling: true displacement, not just 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731520" y="1554480"/>
            <a:ext cx="10698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Every gain number on the previous slides was the x-pixel projection only — it ignored the real cross-axis (y) component confirmed in every test so far. True displacement is |vector| = sqrt(gain_x² + gain_y²), not gain_x alone.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At 0.1-2Hz the correction is small (~1%) — the cross-coupling fraction is modest there. At 5-20Hz it's 6-14% larger than the x-only number — meaningful, though on its own it doesn't overturn the ±200-count rolloff conclusion.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The motion vector's ANGLE appeared to rotate sharply between 2-3Hz (~-171.5° → ~-150 to -160°) in this pass. RETRACTED two slides on ("Angle rotation was a batch artifact") — repeating a low frequency later in a clean single-session sweep showed this was a time-dependent shift between test batches, not a frequency effect.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Ran a finer 3-12Hz sweep (1Hz steps) to locate what looked at the time like real structure — see the correction for what that sweep actually showed once the batch-artifact issue was understood.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Fine sweep, as understood at the time (see retraction on the next slide)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Picture 2" descr="vector_mag_vs_freq.png"/>
          <p:cNvPicPr/>
          <p:nvPr/>
        </p:nvPicPr>
        <p:blipFill>
          <a:blip r:embed="rId1"/>
          <a:stretch/>
        </p:blipFill>
        <p:spPr>
          <a:xfrm>
            <a:off x="365760" y="1005840"/>
            <a:ext cx="5577480" cy="2974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Picture 3" descr="vector_angle_vs_freq.png"/>
          <p:cNvPicPr/>
          <p:nvPr/>
        </p:nvPicPr>
        <p:blipFill>
          <a:blip r:embed="rId2"/>
          <a:stretch/>
        </p:blipFill>
        <p:spPr>
          <a:xfrm>
            <a:off x="6172200" y="1005840"/>
            <a:ext cx="5577480" cy="260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4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Magnitude plateaus 6-10Hz, dips sharply at 11Hz, partially recovers at 12Hz, then collapses by 15Hz — at the time read as resonance/anti-resonance from a two-mode mechanical system.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That reading is now considered unreliable: this entire fine sweep was run in the same post-calibration session/batch as the earlier 5-20Hz points, so it shares whatever caused the angle/offset shift documented on the next slide. The dip-and-recovery shape's cause (measurement noise vs. a real feature) was not re-verified with a clean repeat before this deck was built.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Kept in the deck for the record, not as a trusted finding — see the retraction and the amplitude-comparison slides for the corrected picture.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Retraction: the angle rotation was a batch artifact, not frequency-dependent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731520" y="1554480"/>
            <a:ext cx="10698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User question that caught this: could the 2-3Hz angle rotation just be a sudden camera/rig shift rather than real dynamics? Checked the baseline pixel offset per test: mean y jumped from ~478-480px (0.1-2Hz batch, run ~18:58) to ~379-386px (3-20Hz batch, run ~19:39 onward, after two calibration sweeps at ~19:12-19:16) — a ~100px shift. DAC-y was confirmed unchanged (95) throughout via the printed status line, so this isn't a commanded-position difference.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Decisive test: reran 2Hz alone, standalone, well after the calibration sweeps. Result: offset and angle matched the "high-frequency batch" pattern (~-151°), NOT the original 2Hz result (~-171.5°) — same frequency, different answer. Confirms the shift is tied to elapsed time / an intervening event (most likely the two calibration sweeps, which swing the actuator across nearly its full range), not to test frequency.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The "two mechanical axes have different dynamics" claim on the earlier slides is retracted. Frequency and test order were confounded in that data (tests were run in increasing-frequency order over time) — this is exactly why a clean single-session sweep (next slides) was needed.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Clean resweep at 3 amplitudes: the rolloff was mostly a small-signal effect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Full 0.1-20Hz sweep repeated in one uninterrupted pass at ±200/±400/±800 DAC counts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2" descr="amplitude_comparison.png"/>
          <p:cNvPicPr/>
          <p:nvPr/>
        </p:nvPicPr>
        <p:blipFill>
          <a:blip r:embed="rId1"/>
          <a:stretch/>
        </p:blipFill>
        <p:spPr>
          <a:xfrm>
            <a:off x="365760" y="1371600"/>
            <a:ext cx="11429640" cy="460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548640" y="36576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What the amplitude comparison means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2"/>
          <p:cNvSpPr/>
          <p:nvPr/>
        </p:nvSpPr>
        <p:spPr>
          <a:xfrm>
            <a:off x="731520" y="1554480"/>
            <a:ext cx="1069812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% of 0.1Hz magnitude retained at 20Hz: 22% at ±200 counts, 61% at ±400, 69% at ±800 — a completely different answer depending on how hard the actuator is driven.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If the system were linear, doubling amplitude should double the response at every frequency equally (ratio ≈ 2.0×200→400 everywhere). That roughly holds 0.1-9Hz (ratios 1.6-2.3×) but breaks badly at 15Hz (10.8×) and 20Hz (4.9×) — the signature of a nonlinear threshold (stiction/backlash/dead-band), not a linear bandwidth limit.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Read: at small commanded amplitude, the actuator apparently can't generate enough force fast enough to break through some threshold at 15-20Hz, so it barely moves. At larger amplitude there's enough "push" to get past it, and the response recovers substantially (though not completely — even at ±800, 20Hz retains only ~69%, so there IS still some real rolloff, just far less severe than ±200 suggested).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Bonus confirmation: angle stayed stable (~-146 to -157°) across ALL 16 frequencies in BOTH clean amplitude sweeps — further confirming the earlier "axis rotation" finding was a batch artifact, not real.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Practical implication, not yet resolved: which amplitude regime matters depends on how large the actual beacon-wobble disturbance is in DAC-equivalent terms. If real disturbances are small, the controller may still fight this stiction effect in practice (possibly needing a small dither signal to stay unstuck) even though large-signal bandwidth looks much healthier than first measured.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FTA amplifier static calibration — both axes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DAC counts ↔ amplifier output voltage, R=2.85Ω load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Picture 2" descr="fta_amp_voltage_calibration.png"/>
          <p:cNvPicPr/>
          <p:nvPr/>
        </p:nvPicPr>
        <p:blipFill>
          <a:blip r:embed="rId1"/>
          <a:stretch/>
        </p:blipFill>
        <p:spPr>
          <a:xfrm>
            <a:off x="2651760" y="1097280"/>
            <a:ext cx="7507440" cy="54860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00" name="Table 3"/>
          <p:cNvGraphicFramePr/>
          <p:nvPr/>
        </p:nvGraphicFramePr>
        <p:xfrm>
          <a:off x="274320" y="1280160"/>
          <a:ext cx="2285640" cy="1371600"/>
        </p:xfrm>
        <a:graphic>
          <a:graphicData uri="http://schemas.openxmlformats.org/drawingml/2006/table">
            <a:tbl>
              <a:tblPr/>
              <a:tblGrid>
                <a:gridCol w="502920"/>
                <a:gridCol w="594360"/>
                <a:gridCol w="594360"/>
                <a:gridCol w="594360"/>
              </a:tblGrid>
              <a:tr h="457200">
                <a:tc>
                  <a:txBody>
                    <a:bodyPr anchor="t">
                      <a:noAutofit/>
                    </a:bodyPr>
                    <a:p>
                      <a:endParaRPr lang="en-US" sz="110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R²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counts/V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counts/A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A78D6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X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1.0000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-1365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-3891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7"/>
                    </a:solidFill>
                  </a:tcPr>
                </a:tc>
              </a:tr>
              <a:tr h="45720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Y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0.9971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-1276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100" b="0" u="none" strike="noStrike">
                          <a:solidFill>
                            <a:srgbClr val="0B0B0B"/>
                          </a:solidFill>
                          <a:effectLst/>
                          <a:uFillTx/>
                          <a:latin typeface="Calibri"/>
                        </a:rPr>
                        <a:t>-3636</a:t>
                      </a:r>
                      <a:endParaRPr lang="en-US" sz="11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  <p:sp>
        <p:nvSpPr>
          <p:cNvPr id="101" name="TextBox 4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5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Both axes are highly linear statically (R²=1.0000 X, 0.9971 Y) — no visible kink or dead-band across the full 200-4000 DAC range.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5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counts/V and counts/A are negative because voltage decreases as DAC counts increase on both axes (same sign convention already established from the step-response/sine-tracking data).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15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Complementary evidence for the sine-tracking amplitude-comparison finding: since the DAC/amp stage is this linear when swept slowly, the dynamic nonlinear threshold seen at 15-20Hz more likely lives in actuator mechanics or a frequency-dependent electrical effect, not simple DC nonlinearity here.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Where does the centroid actually stop moving?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Calibration sweep (DAC→centroid) combined with the amplifier power fit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2" descr="fta_travel_range_analysis.png"/>
          <p:cNvPicPr/>
          <p:nvPr/>
        </p:nvPicPr>
        <p:blipFill>
          <a:blip r:embed="rId1"/>
          <a:stretch/>
        </p:blipFill>
        <p:spPr>
          <a:xfrm>
            <a:off x="3337560" y="1188720"/>
            <a:ext cx="5745240" cy="39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X axis: cx tracks dac_x linearly across the ENTIRE tested range (200-3800) — no flattening at either end, still responding right up to both extremes.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Y axis: cy rises steeply from dac_y=200→~500 (~0.028 px/count), then flattens almost completely for the rest of the range 500-3800 (~0.003 mid-range, ~0.0015 at the high end — a 94-95% sensitivity drop) while power keeps climbing to ~850mW at the far end.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Read: the Y axis's real useful travel is only about DAC 200-500/800 — a small fraction of what was swept. Past that, DAC-y commands spend power for essentially zero additional beam movement, consistent with hitting a real mechanical limit early.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1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Same view as slide 10, at ±400 DAC counts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Projected onto the actuator's fitted motion axis, not the camera's x/y axes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2" descr="sine_highfreq_rotated_amp400.png"/>
          <p:cNvPicPr/>
          <p:nvPr/>
        </p:nvPicPr>
        <p:blipFill>
          <a:blip r:embed="rId1"/>
          <a:stretch/>
        </p:blipFill>
        <p:spPr>
          <a:xfrm>
            <a:off x="320040" y="1234440"/>
            <a:ext cx="11521080" cy="660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Same view as slide 10, at ±800 DAC counts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Projected onto the actuator's fitted motion axis, not the camera's x/y axes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8" name="Picture 2" descr="sine_highfreq_rotated_amp800.png"/>
          <p:cNvPicPr/>
          <p:nvPr/>
        </p:nvPicPr>
        <p:blipFill>
          <a:blip r:embed="rId1"/>
          <a:stretch/>
        </p:blipFill>
        <p:spPr>
          <a:xfrm>
            <a:off x="320040" y="1234440"/>
            <a:ext cx="11521080" cy="6606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Box 1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The grid mesh before and after the fix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Same 200-3800 / step-300 grid, drawn directly in centroid (pixel) space -- rows share dac_y, columns share dac_x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0" name="Picture 2" descr="fta_calibration_grid_mesh_fullframe.png"/>
          <p:cNvPicPr/>
          <p:nvPr/>
        </p:nvPicPr>
        <p:blipFill>
          <a:blip r:embed="rId1"/>
          <a:stretch/>
        </p:blipFill>
        <p:spPr>
          <a:xfrm>
            <a:off x="137160" y="1188720"/>
            <a:ext cx="4356360" cy="4114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Picture 3" descr="fta_calibration_grid_mesh_fullframe_fixed.png"/>
          <p:cNvPicPr/>
          <p:nvPr/>
        </p:nvPicPr>
        <p:blipFill>
          <a:blip r:embed="rId2"/>
          <a:stretch/>
        </p:blipFill>
        <p:spPr>
          <a:xfrm>
            <a:off x="6172200" y="1188720"/>
            <a:ext cx="435636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Box 4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LEFT (buggy): near-degenerate sliver, 2x2 gain-block determinant ~0.0004 -- dac_y barely moves the centroid independent of dac_x.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RIGHT (fixed): clean, evenly-spaced parallelogram, determinant ~0.01 (25-30x larger) -- both axes genuinely independent, rotated relative to camera x/y (consistent with the ~-150° motion-axis angle already found from the sine-tracking rotated view, slides 10/19/20 -- those were never affected by this bug since they only ever send set_x in a loop).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Box 1"/>
          <p:cNvSpPr/>
          <p:nvPr/>
        </p:nvSpPr>
        <p:spPr>
          <a:xfrm>
            <a:off x="548640" y="365760"/>
            <a:ext cx="11063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Corrected travel-range analysis: no Y-axis saturation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52514E"/>
                </a:solidFill>
                <a:effectLst/>
                <a:uFillTx/>
                <a:latin typeface="Calibri"/>
              </a:rPr>
              <a:t>Same plot as slide 18, re-run on the fixed calibration data -- cy now declines smoothly across the full range, mirroring cx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2" descr="fta_travel_range_analysis_fullframe_fixed_longdwell.png"/>
          <p:cNvPicPr/>
          <p:nvPr/>
        </p:nvPicPr>
        <p:blipFill>
          <a:blip r:embed="rId1"/>
          <a:stretch/>
        </p:blipFill>
        <p:spPr>
          <a:xfrm>
            <a:off x="3337560" y="1188720"/>
            <a:ext cx="5745240" cy="397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Box 3"/>
          <p:cNvSpPr/>
          <p:nvPr/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44280" rIns="90000" bIns="-4428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Y axis now tracks dac_y smoothly across the entire 200-3800 range, just like X -- no flattening past ~500 counts.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Slide 18's "Y's real useful travel is only DAC 200-500/800" finding and its "restrict Y calibration to that range" recommendation are both retracted.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300" b="0" u="none" strike="noStrike">
                <a:solidFill>
                  <a:srgbClr val="0B0B0B"/>
                </a:solidFill>
                <a:effectLst/>
                <a:uFillTx/>
                <a:latin typeface="Calibri"/>
              </a:rPr>
              <a:t>•  Confirmed at both normal dwell (0.3s settle/0.15s capture) and ~4x longer dwell (1.2s/0.6s, to rule out settling noise) -- same result both times.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2026-09-11T11:01:12Z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