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B0B0B"/>
                </a:solidFill>
              </a:defRPr>
            </a:pPr>
            <a:r>
              <a:t>FTA Actuator Step-Response Bench Test</a:t>
            </a:r>
          </a:p>
          <a:p>
            <a:pPr>
              <a:spcBef>
                <a:spcPts val="1000"/>
              </a:spcBef>
              <a:defRPr sz="1800">
                <a:solidFill>
                  <a:srgbClr val="52514E"/>
                </a:solidFill>
              </a:defRPr>
            </a:pPr>
            <a:r>
              <a:t>camera_centroid_receiver firmware, post NVIC-priority fix</a:t>
            </a:r>
          </a:p>
          <a:p>
            <a:pPr>
              <a:spcBef>
                <a:spcPts val="600"/>
              </a:spcBef>
              <a:defRPr sz="1400">
                <a:solidFill>
                  <a:srgbClr val="898781"/>
                </a:solidFill>
              </a:defRPr>
            </a:pPr>
            <a:r>
              <a:t>2026-08-04 – 2026-08-06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Measured entirely from the laptop over the Nucleo's VCP (COM4, 115200 baud) — no camera/Pi access needed for this test.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Position data sourced from camera_centroid_receiver's per-packet I2C-relay print line (≈170–190 samples/sec), not a direct camera capture.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Protocol replicates the pre-fix 2026-07-23 baseline exactly: 95→2000 (large step), then 2000↔2100 ×3 (small steps, both directions + repeat), on each axis.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Amp enabled once for the whole batch; board returned to idle (dac=95/95, amp off) between axis groups and at the end.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Prerequisite fixes this session: NVIC priority swap (USART2 now preempts I2C1) eliminated VCP command byte-loss under live telemetry load — verified 30/30 clean commands before this data was collected.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X results</a:t>
            </a:r>
          </a:p>
        </p:txBody>
      </p:sp>
      <p:pic>
        <p:nvPicPr>
          <p:cNvPr id="3" name="Picture 2" descr="axis_x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Y results</a:t>
            </a:r>
          </a:p>
        </p:txBody>
      </p:sp>
      <p:pic>
        <p:nvPicPr>
          <p:cNvPr id="3" name="Picture 2" descr="axis_y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Summary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Dominant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Delta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Overshoot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Settling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-148.6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922ms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469ms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31ms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765ms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250ms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156ms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234ms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Findings vs. pre-fix baseline (2026-07-23)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Actuator confirmed physically moving on every run — the pre-fix "no movement" scare doesn't reproduce; amp_enable was always reaching the board.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Axis coupling flipped, consistently across all 8 runs: DAC-x now drives pixel-x directly (was pixel-y pre-fix), DAC-y now drives pixel-y (was pixel-x). Not measurement noise — the direction is consistent. Cause not identified (likely camera/actuator reorientation during the SB16/SB18 rework or bench reconfiguration).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Any old fta_calibration.py fit matrix is now invalid — a fresh calibration sweep is required.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Small-step settling times are larger and noisier than pre-fix (125–469ms vs. 22–144ms); large-step settling is comparable (765–922ms vs. 793–1183ms).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Not yet distinguished: a real dynamics change from the rework, vs. this method's lower sample rate (≈180Hz VCP relay vs. the original's camera-direct rate) making the settling-time criterion more sensitive to a single noisy tail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Complements the step-response tests: commands a continuous sine on axis X (±200 DAC counts around 2000) and measures how well the pixel position follows it — directly relevant to rejecting the project's actual 10-20Hz disturbance band.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Same laptop-only VCP approach as the step tests: set_x commands paced at 200Hz, measured position sourced from the Nucleo's per-packet I2C-relay print. Amp state is now explicitly verified (not fire-and-forget) after a real false result on 2026-08-06: a silently-failed amp_enable produced a near-zero response briefly mistaken for a genuine actuator finding.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Frequency is known exactly, so fitting the measured trace to A·sin(ωt)+B·cos(ωt)+C is linear least-squares, no iterative fit needed.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IMPORTANT CORRECTION: the step-response data already showed DAC increases move the pixel value DOWN on this axis (a real, normal sign convention, not a bug). A negative gain shows up in a raw amplitude/phase fit as ≈180° phase at EVERY frequency, regardless of real dynamics — initially misread as a huge lag. Fixed by reporting a signed gain plus the residual lag relative to whichever reference (0° or 180°) the fit actually landed near.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results (corrected)</a:t>
            </a:r>
          </a:p>
        </p:txBody>
      </p:sp>
      <p:pic>
        <p:nvPicPr>
          <p:cNvPr id="3" name="Picture 2" descr="sine_response_corr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5594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lag analysis &amp; findings</a:t>
            </a:r>
          </a:p>
        </p:txBody>
      </p:sp>
      <p:pic>
        <p:nvPicPr>
          <p:cNvPr id="3" name="Picture 2" descr="sine_l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486400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4300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Lag (ms)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8063680000" y="4264249536000"/>
            <a:ext cx="10284366528000" cy="18394801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Lag-vs-frequency is close to a straight line through near-zero (residuals under 1.5° across 0.1-2Hz) — the signature of a roughly CONSTANT time delay (~41ms), not frequency-dependent actuator dynamics (which would curve/plateau, not stay linear).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~41ms is a plausible total for this test's own measurement pipeline (camera capture → I2C → Nucleo print → USB VCP → Python read) — a real closed-loop PID running on the Nucleo reads telemetry directly at ISR level and would not pay most of this cost.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Gain is consistent across all 4 frequencies (-15 to -19px per 200 DAC counts, mildly declining with frequency) — no sign of the actuator failing to track or distorting at any rate tested so far, up to 2Hz.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Net effect: the actuator's own dynamics look faster/cleaner than initially feared. Doesn't yet answer the real question (10-20Hz) — next step is pushing frequency into that band, now that the analysis is trustworthy.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Pushing toward the 10-20Hz disturbance band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Projected onto the actuator's fitted motion axis, not the camera's x/y axes</a:t>
            </a:r>
          </a:p>
        </p:txBody>
      </p:sp>
      <p:pic>
        <p:nvPicPr>
          <p:cNvPr id="3" name="Picture 2" descr="sine_highfreq_r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21440" cy="66063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Gain rolls off well before 10-20Hz</a:t>
            </a:r>
          </a:p>
        </p:txBody>
      </p:sp>
      <p:pic>
        <p:nvPicPr>
          <p:cNvPr id="3" name="Picture 2" descr="sine_gain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89367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863840" y="1097280"/>
          <a:ext cx="39319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161ms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68ms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59ms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47ms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-50ms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4450944000" y="4180636800000"/>
            <a:ext cx="10451592000000" cy="19230929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Gain drops from ~19px (0.1Hz) to ~2.6-4px (15-20Hz) — down to roughly 15-20% of the low-frequency value, right at the frequencies this project actually needs to reject.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*Lag not reported above ~5-10Hz: at 10Hz the phase already reaches the fundamental single-frequency wraparound boundary (~180°) — a real mathematical ambiguity, not a bug — and by 15-20Hz the signal is small enough that noise likely dominates the fit anyway (visible directly in the previous slide's traces).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CORRECTION (see "Amplitude matters" slides further on): this entire slide used ±200 DAC counts. Repeating at ±400/±800 shows the 15-20Hz collapse seen here was largely a nonlinear threshold effect specific to small commanded amplitude, not a hard actuator bandwidth ceiling — do not treat this slide's rolloff as the final word.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Correcting for cross-axis coupling: true displacement, not just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Every gain number on the previous slides was the x-pixel projection only — it ignored the real cross-axis (y) component confirmed in every test so far. True displacement is |vector| = sqrt(gain_x² + gain_y²), not gain_x alone.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At 0.1-2Hz the correction is small (~1%) — the cross-coupling fraction is modest there. At 5-20Hz it's 6-14% larger than the x-only number — meaningful, though on its own it doesn't overturn the ±200-count rolloff conclusion.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motion vector's ANGLE appeared to rotate sharply between 2-3Hz (~-171.5° → ~-150 to -160°) in this pass. RETRACTED two slides on ("Angle rotation was a batch artifact") — repeating a low frequency later in a clean single-session sweep showed this was a time-dependent shift between test batches, not a frequency effect.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Ran a finer 3-12Hz sweep (1Hz steps) to locate what looked at the time like real structure — see the correction for what that sweep actually showed once the batch-artifact issue was understood.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Fine sweep, as understood at the time (see retraction on the next slide)</a:t>
            </a:r>
          </a:p>
        </p:txBody>
      </p:sp>
      <p:pic>
        <p:nvPicPr>
          <p:cNvPr id="3" name="Picture 2" descr="vector_m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577840" cy="2974848"/>
          </a:xfrm>
          <a:prstGeom prst="rect">
            <a:avLst/>
          </a:prstGeom>
        </p:spPr>
      </p:pic>
      <p:pic>
        <p:nvPicPr>
          <p:cNvPr id="4" name="Picture 3" descr="vector_angle_vs_fr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577840" cy="260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34450944000" y="4306055904000"/>
            <a:ext cx="10451592000000" cy="17558674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Magnitude plateaus 6-10Hz, dips sharply at 11Hz, partially recovers at 12Hz, then collapses by 15Hz — at the time read as resonance/anti-resonance from a two-mode mechanical system.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That reading is now considered unreliable: this entire fine sweep was run in the same post-calibration session/batch as the earlier 5-20Hz points, so it shares whatever caused the angle/offset shift documented on the next slide. The dip-and-recovery shape's cause (measurement noise vs. a real feature) was not re-verified with a clean repeat before this deck was built.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Kept in the deck for the record, not as a trusted finding — see the retraction and the amplitude-comparison slides for the corrected picture.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Retraction: the angle rotation was a batch artifact, not frequency-dependent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User question that caught this: could the 2-3Hz angle rotation just be a sudden camera/rig shift rather than real dynamics? Checked the baseline pixel offset per test: mean y jumped from ~478-480px (0.1-2Hz batch, run ~18:58) to ~379-386px (3-20Hz batch, run ~19:39 onward, after two calibration sweeps at ~19:12-19:16) — a ~100px shift. DAC-y was confirmed unchanged (95) throughout via the printed status line, so this isn't a commanded-position difference.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Decisive test: reran 2Hz alone, standalone, well after the calibration sweeps. Result: offset and angle matched the "high-frequency batch" pattern (~-151°), NOT the original 2Hz result (~-171.5°) — same frequency, different answer. Confirms the shift is tied to elapsed time / an intervening event (most likely the two calibration sweeps, which swing the actuator across nearly its full range), not to test frequency.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"two mechanical axes have different dynamics" claim on the earlier slides is retracted. Frequency and test order were confounded in that data (tests were run in increasing-frequency order over time) — this is exactly why a clean single-session sweep (next slides) was needed.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Clean resweep at 3 amplitudes: the rolloff was mostly a small-signal effect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Full 0.1-20Hz sweep repeated in one uninterrupted pass at ±200/±400/±800 DAC counts</a:t>
            </a:r>
          </a:p>
        </p:txBody>
      </p:sp>
      <p:pic>
        <p:nvPicPr>
          <p:cNvPr id="3" name="Picture 2" descr="amplitud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46092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What the amplitude comparison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% of 0.1Hz magnitude retained at 20Hz: 22% at ±200 counts, 61% at ±400, 69% at ±800 — a completely different answer depending on how hard the actuator is driven.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If the system were linear, doubling amplitude should double the response at every frequency equally (ratio ≈ 2.0×200→400 everywhere). That roughly holds 0.1-9Hz (ratios 1.6-2.3×) but breaks badly at 15Hz (10.8×) and 20Hz (4.9×) — the signature of a nonlinear threshold (stiction/backlash/dead-band), not a linear bandwidth limit.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Read: at small commanded amplitude, the actuator apparently can't generate enough force fast enough to break through some threshold at 15-20Hz, so it barely moves. At larger amplitude there's enough "push" to get past it, and the response recovers substantially (though not completely — even at ±800, 20Hz retains only ~69%, so there IS still some real rolloff, just far less severe than ±200 suggested).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Bonus confirmation: angle stayed stable (~-146 to -157°) across ALL 16 frequencies in BOTH clean amplitude sweeps — further confirming the earlier "axis rotation" finding was a batch artifact, not real.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Practical implication, not yet resolved: which amplitude regime matters depends on how large the actual beacon-wobble disturbance is in DAC-equivalent terms. If real disturbances are small, the controller may still fight this stiction effect in practice (possibly needing a small dither signal to stay unstuck) even though large-signal bandwidth looks much healthier than first measured.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