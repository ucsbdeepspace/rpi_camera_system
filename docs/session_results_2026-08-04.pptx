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B0B0B"/>
                </a:solidFill>
              </a:defRPr>
            </a:pPr>
            <a:r>
              <a:t>FTA Actuator Step-Response Bench Test</a:t>
            </a:r>
          </a:p>
          <a:p>
            <a:pPr>
              <a:spcBef>
                <a:spcPts val="1000"/>
              </a:spcBef>
              <a:defRPr sz="1800">
                <a:solidFill>
                  <a:srgbClr val="52514E"/>
                </a:solidFill>
              </a:defRPr>
            </a:pPr>
            <a:r>
              <a:t>camera_centroid_receiver firmware, post NVIC-priority fix</a:t>
            </a:r>
          </a:p>
          <a:p>
            <a:pPr>
              <a:spcBef>
                <a:spcPts val="600"/>
              </a:spcBef>
              <a:defRPr sz="1400">
                <a:solidFill>
                  <a:srgbClr val="898781"/>
                </a:solidFill>
              </a:defRPr>
            </a:pPr>
            <a:r>
              <a:t>2026-08-04 – 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Measured entirely from the laptop over the Nucleo's VCP (COM4, 115200 baud) — no camera/Pi access needed for this test.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Position data sourced from camera_centroid_receiver's per-packet I2C-relay print line (≈170–190 samples/sec), not a direct camera capture.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Protocol replicates the pre-fix 2026-07-23 baseline exactly: 95→2000 (large step), then 2000↔2100 ×3 (small steps, both directions + repeat), on each axis.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Amp enabled once for the whole batch; board returned to idle (dac=95/95, amp off) between axis groups and at the end.</a:t>
            </a:r>
          </a:p>
          <a:p>
            <a:pPr>
              <a:spcAft>
                <a:spcPts val="1000"/>
              </a:spcAft>
              <a:defRPr sz="1600">
                <a:solidFill>
                  <a:srgbClr val="0B0B0B"/>
                </a:solidFill>
              </a:defRPr>
            </a:pPr>
            <a:r>
              <a:t>•  Prerequisite fixes this session: NVIC priority swap (USART2 now preempts I2C1) eliminated VCP command byte-loss under live telemetry load — verified 30/30 clean commands before this data was collected.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X results</a:t>
            </a:r>
          </a:p>
        </p:txBody>
      </p:sp>
      <p:pic>
        <p:nvPicPr>
          <p:cNvPr id="3" name="Picture 2" descr="axis_x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Axis Y results</a:t>
            </a:r>
          </a:p>
        </p:txBody>
      </p:sp>
      <p:pic>
        <p:nvPicPr>
          <p:cNvPr id="3" name="Picture 2" descr="axis_y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3165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Summary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Axis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Dominant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Delta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Overshoot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Settling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-148.6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922ms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469ms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31ms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125ms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95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-124.2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765ms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250ms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2100 → 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156ms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2000 → 2100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234ms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Findings vs. pre-fix baseline (2026-07-23)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Actuator confirmed physically moving on every run — the pre-fix "no movement" scare doesn't reproduce; amp_enable was always reaching the board.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Axis coupling flipped, consistently across all 8 runs: DAC-x now drives pixel-x directly (was pixel-y pre-fix), DAC-y now drives pixel-y (was pixel-x). Not measurement noise — the direction is consistent. Cause not identified (likely camera/actuator reorientation during the SB16/SB18 rework or bench reconfiguration).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Any old fta_calibration.py fit matrix is now invalid — a fresh calibration sweep is required.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Small-step settling times are larger and noisier than pre-fix (125–469ms vs. 22–144ms); large-step settling is comparable (765–922ms vs. 793–1183ms).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→ Not yet distinguished: a real dynamics change from the rework, vs. this method's lower sample rate (≈180Hz VCP relay vs. the original's camera-direct rate) making the settling-time criterion more sensitive to a single noisy tail sample.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Complements the step-response tests: commands a continuous sine on axis X (±200 DAC counts around 2000) and measures how well the pixel position follows it — directly relevant to rejecting the project's actual 10-20Hz disturbance band.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Same laptop-only VCP approach as the step tests: set_x commands paced at 200Hz, measured position sourced from the Nucleo's per-packet I2C-relay print. Amp state is now explicitly verified (not fire-and-forget) after a real false result on 2026-08-06: a silently-failed amp_enable produced a near-zero response briefly mistaken for a genuine actuator finding.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Frequency is known exactly, so fitting the measured trace to A·sin(ωt)+B·cos(ωt)+C is linear least-squares, no iterative fit needed.</a:t>
            </a:r>
          </a:p>
          <a:p>
            <a:pPr>
              <a:spcAft>
                <a:spcPts val="1000"/>
              </a:spcAft>
              <a:defRPr sz="1500">
                <a:solidFill>
                  <a:srgbClr val="0B0B0B"/>
                </a:solidFill>
              </a:defRPr>
            </a:pPr>
            <a:r>
              <a:t>•  IMPORTANT CORRECTION: the step-response data already showed DAC increases move the pixel value DOWN on this axis (a real, normal sign convention, not a bug). A negative gain shows up in a raw amplitude/phase fit as ≈180° phase at EVERY frequency, regardless of real dynamics — initially misread as a huge lag. Fixed by reporting a signed gain plus the residual lag relative to whichever reference (0° or 180°) the fit actually landed near.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results (corrected)</a:t>
            </a:r>
          </a:p>
        </p:txBody>
      </p:sp>
      <p:pic>
        <p:nvPicPr>
          <p:cNvPr id="3" name="Picture 2" descr="sine_response_corr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5946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Sine tracking — lag analysis &amp; findings</a:t>
            </a:r>
          </a:p>
        </p:txBody>
      </p:sp>
      <p:pic>
        <p:nvPicPr>
          <p:cNvPr id="3" name="Picture 2" descr="sine_lag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5486400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0" y="1143000"/>
          <a:ext cx="49377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Lag (ms)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0B0B"/>
                          </a:solidFill>
                        </a:defRPr>
                      </a:pPr>
                      <a:r>
                        <a:t>47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8063680000" y="4264249536000"/>
            <a:ext cx="10284366528000" cy="18394801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Lag-vs-frequency is close to a straight line through near-zero (residuals under 1.5° across 0.1-2Hz) — the signature of a roughly CONSTANT time delay (~41ms), not frequency-dependent actuator dynamics (which would curve/plateau, not stay linear).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~41ms is a plausible total for this test's own measurement pipeline (camera capture → I2C → Nucleo print → USB VCP → Python read) — a real closed-loop PID running on the Nucleo reads telemetry directly at ISR level and would not pay most of this cost.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Gain is consistent across all 4 frequencies (-15 to -19px per 200 DAC counts, mildly declining with frequency) — no sign of the actuator failing to track or distorting at any rate tested so far, up to 2Hz.</a:t>
            </a:r>
          </a:p>
          <a:p>
            <a:pPr>
              <a:spcAft>
                <a:spcPts val="1000"/>
              </a:spcAft>
              <a:defRPr sz="1300">
                <a:solidFill>
                  <a:srgbClr val="0B0B0B"/>
                </a:solidFill>
              </a:defRPr>
            </a:pPr>
            <a:r>
              <a:t>•  Net effect: the actuator's own dynamics look faster/cleaner than initially feared. Doesn't yet answer the real question (10-20Hz) — next step is pushing frequency into that band, now that the analysis is trustworthy.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Pushing toward the 10-20Hz disturbance band</a:t>
            </a:r>
          </a:p>
        </p:txBody>
      </p:sp>
      <p:pic>
        <p:nvPicPr>
          <p:cNvPr id="3" name="Picture 2" descr="sine_high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11521440" cy="65594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Gain rolls off well before 10-20Hz</a:t>
            </a:r>
          </a:p>
        </p:txBody>
      </p:sp>
      <p:pic>
        <p:nvPicPr>
          <p:cNvPr id="3" name="Picture 2" descr="sine_gain_vs_fr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089367" cy="32918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863840" y="1097280"/>
          <a:ext cx="39319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200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Freq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Gain (px)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Lag</a:t>
                      </a:r>
                    </a:p>
                  </a:txBody>
                  <a:tcPr>
                    <a:solidFill>
                      <a:srgbClr val="2A78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161ms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0.5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68ms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59ms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47ms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-50ms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15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+2.6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20 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-4.1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B0B0B"/>
                          </a:solidFill>
                        </a:defRPr>
                      </a:pPr>
                      <a:r>
                        <a:t>unreliable*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34450944000" y="4180636800000"/>
            <a:ext cx="10451592000000" cy="192309292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Gain drops from ~19px (0.1Hz) to ~2.6-4px (15-20Hz) — down to roughly 15-20% of the low-frequency value, right at the frequencies this project actually needs to reject.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*Lag not reported above ~5-10Hz: at 10Hz the phase already reaches the fundamental single-frequency wraparound boundary (~180°) — a real mathematical ambiguity, not a bug — and by 15-20Hz the signal is small enough that noise likely dominates the fit anyway (visible directly in the previous slide's traces).</a:t>
            </a:r>
          </a:p>
          <a:p>
            <a:pPr>
              <a:spcAft>
                <a:spcPts val="1000"/>
              </a:spcAft>
              <a:defRPr sz="1350">
                <a:solidFill>
                  <a:srgbClr val="0B0B0B"/>
                </a:solidFill>
              </a:defRPr>
            </a:pPr>
            <a:r>
              <a:t>•  This is a plant-bandwidth finding, not a controller-tuning one: if the actuator itself can only produce ~15-20% of its response at 10-20Hz, no amount of PID gain fixes that — worth resolving before investing further in gain selection.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