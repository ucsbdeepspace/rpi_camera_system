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Projected onto the actuator's fitted motion axis, not the camera's x/y axes</a:t>
            </a:r>
          </a:p>
        </p:txBody>
      </p:sp>
      <p:pic>
        <p:nvPicPr>
          <p:cNvPr id="3" name="Picture 2" descr="sine_highfreq_r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11521440" cy="66063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CORRECTION (see "Amplitude matters" slides further on): this entire slide used ±200 DAC counts. Repeating at ±400/±800 shows the 15-20Hz collapse seen here was largely a nonlinear threshold effect specific to small commanded amplitude, not a hard actuator bandwidth ceiling — do not treat this slide's rolloff as the final word.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Correcting for cross-axis coupling: true displacement, not just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Every gain number on the previous slides was the x-pixel projection only — it ignored the real cross-axis (y) component confirmed in every test so far. True displacement is |vector| = sqrt(gain_x² + gain_y²), not gain_x alone.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At 0.1-2Hz the correction is small (~1%) — the cross-coupling fraction is modest there. At 5-20Hz it's 6-14% larger than the x-only number — meaningful, though on its own it doesn't overturn the ±200-count rolloff conclusion.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motion vector's ANGLE appeared to rotate sharply between 2-3Hz (~-171.5° → ~-150 to -160°) in this pass. RETRACTED two slides on ("Angle rotation was a batch artifact") — repeating a low frequency later in a clean single-session sweep showed this was a time-dependent shift between test batches, not a frequency effect.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Ran a finer 3-12Hz sweep (1Hz steps) to locate what looked at the time like real structure — see the correction for what that sweep actually showed once the batch-artifact issue was understood.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Fine sweep, as understood at the time (see retraction on the next slide)</a:t>
            </a:r>
          </a:p>
        </p:txBody>
      </p:sp>
      <p:pic>
        <p:nvPicPr>
          <p:cNvPr id="3" name="Picture 2" descr="vector_m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577840" cy="2974848"/>
          </a:xfrm>
          <a:prstGeom prst="rect">
            <a:avLst/>
          </a:prstGeom>
        </p:spPr>
      </p:pic>
      <p:pic>
        <p:nvPicPr>
          <p:cNvPr id="4" name="Picture 3" descr="vector_angle_vs_fr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577840" cy="260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4450944000" y="4306055904000"/>
            <a:ext cx="10451592000000" cy="17558674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Magnitude plateaus 6-10Hz, dips sharply at 11Hz, partially recovers at 12Hz, then collapses by 15Hz — at the time read as resonance/anti-resonance from a two-mode mechanical system.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That reading is now considered unreliable: this entire fine sweep was run in the same post-calibration session/batch as the earlier 5-20Hz points, so it shares whatever caused the angle/offset shift documented on the next slide. The dip-and-recovery shape's cause (measurement noise vs. a real feature) was not re-verified with a clean repeat before this deck was built.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Kept in the deck for the record, not as a trusted finding — see the retraction and the amplitude-comparison slides for the corrected picture.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Retraction: the angle rotation was a batch artifact, not frequency-dependent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User question that caught this: could the 2-3Hz angle rotation just be a sudden camera/rig shift rather than real dynamics? Checked the baseline pixel offset per test: mean y jumped from ~478-480px (0.1-2Hz batch, run ~18:58) to ~379-386px (3-20Hz batch, run ~19:39 onward, after two calibration sweeps at ~19:12-19:16) — a ~100px shift. DAC-y was confirmed unchanged (95) throughout via the printed status line, so this isn't a commanded-position difference.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Decisive test: reran 2Hz alone, standalone, well after the calibration sweeps. Result: offset and angle matched the "high-frequency batch" pattern (~-151°), NOT the original 2Hz result (~-171.5°) — same frequency, different answer. Confirms the shift is tied to elapsed time / an intervening event (most likely the two calibration sweeps, which swing the actuator across nearly its full range), not to test frequency.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The "two mechanical axes have different dynamics" claim on the earlier slides is retracted. Frequency and test order were confounded in that data (tests were run in increasing-frequency order over time) — this is exactly why a clean single-session sweep (next slides) was needed.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Clean resweep at 3 amplitudes: the rolloff was mostly a small-signal effect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Full 0.1-20Hz sweep repeated in one uninterrupted pass at ±200/±400/±800 DAC counts</a:t>
            </a:r>
          </a:p>
        </p:txBody>
      </p:sp>
      <p:pic>
        <p:nvPicPr>
          <p:cNvPr id="3" name="Picture 2" descr="amplitu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11430000" cy="46092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What the amplitude comparison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% of 0.1Hz magnitude retained at 20Hz: 22% at ±200 counts, 61% at ±400, 69% at ±800 — a completely different answer depending on how hard the actuator is driven.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If the system were linear, doubling amplitude should double the response at every frequency equally (ratio ≈ 2.0×200→400 everywhere). That roughly holds 0.1-9Hz (ratios 1.6-2.3×) but breaks badly at 15Hz (10.8×) and 20Hz (4.9×) — the signature of a nonlinear threshold (stiction/backlash/dead-band), not a linear bandwidth limit.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Read: at small commanded amplitude, the actuator apparently can't generate enough force fast enough to break through some threshold at 15-20Hz, so it barely moves. At larger amplitude there's enough "push" to get past it, and the response recovers substantially (though not completely — even at ±800, 20Hz retains only ~69%, so there IS still some real rolloff, just far less severe than ±200 suggested).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Bonus confirmation: angle stayed stable (~-146 to -157°) across ALL 16 frequencies in BOTH clean amplitude sweeps — further confirming the earlier "axis rotation" finding was a batch artifact, not real.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Practical implication, not yet resolved: which amplitude regime matters depends on how large the actual beacon-wobble disturbance is in DAC-equivalent terms. If real disturbances are small, the controller may still fight this stiction effect in practice (possibly needing a small dither signal to stay unstuck) even though large-signal bandwidth looks much healthier than first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FTA amplifier static calibration — both axes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DAC counts ↔ amplifier output voltage, R=2.85Ω load</a:t>
            </a:r>
          </a:p>
        </p:txBody>
      </p:sp>
      <p:pic>
        <p:nvPicPr>
          <p:cNvPr id="3" name="Picture 2" descr="fta_amp_voltag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97280"/>
            <a:ext cx="7507705" cy="54864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80160"/>
          <a:ext cx="2286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94360"/>
                <a:gridCol w="594360"/>
                <a:gridCol w="5943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counts/V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counts/A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-3891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0.9971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-3636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0838208000" y="3595347648000"/>
            <a:ext cx="2090318400000" cy="2424769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Both axes are highly linear statically (R²=1.0000 X, 0.9971 Y) — no visible kink or dead-band across the full 200-4000 DAC range.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counts/V and counts/A are negative because voltage decreases as DAC counts increase on both axes (same sign convention already established from the step-response/sine-tracking data).</a:t>
            </a:r>
          </a:p>
          <a:p>
            <a:pPr>
              <a:spcAft>
                <a:spcPts val="1000"/>
              </a:spcAft>
              <a:defRPr sz="1150">
                <a:solidFill>
                  <a:srgbClr val="0B0B0B"/>
                </a:solidFill>
              </a:defRPr>
            </a:pPr>
            <a:r>
              <a:t>•  Complementary evidence for the sine-tracking amplitude-comparison finding: since the DAC/amp stage is this linear when swept slowly, the dynamic nonlinear threshold seen at 15-20Hz more likely lives in actuator mechanics or a frequency-dependent electrical effect, not simple DC nonlinearity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