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37744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0B0B0B"/>
                </a:solidFill>
              </a:defRPr>
            </a:pPr>
            <a:r>
              <a:t>FTA Actuator Step-Response Bench Test</a:t>
            </a:r>
          </a:p>
          <a:p>
            <a:pPr>
              <a:spcBef>
                <a:spcPts val="1000"/>
              </a:spcBef>
              <a:defRPr sz="1800">
                <a:solidFill>
                  <a:srgbClr val="52514E"/>
                </a:solidFill>
              </a:defRPr>
            </a:pPr>
            <a:r>
              <a:t>camera_centroid_receiver firmware, post NVIC-priority fix</a:t>
            </a:r>
          </a:p>
          <a:p>
            <a:pPr>
              <a:spcBef>
                <a:spcPts val="600"/>
              </a:spcBef>
              <a:defRPr sz="1400">
                <a:solidFill>
                  <a:srgbClr val="898781"/>
                </a:solidFill>
              </a:defRPr>
            </a:pPr>
            <a:r>
              <a:t>2026-08-04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Measured entirely from the laptop over the Nucleo's VCP (COM4, 115200 baud) — no camera/Pi access needed for this test.</a:t>
            </a:r>
          </a:p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Position data sourced from camera_centroid_receiver's per-packet I2C-relay print line (≈170–190 samples/sec), not a direct camera capture.</a:t>
            </a:r>
          </a:p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Protocol replicates the pre-fix 2026-07-23 baseline exactly: 95→2000 (large step), then 2000↔2100 ×3 (small steps, both directions + repeat), on each axis.</a:t>
            </a:r>
          </a:p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Amp enabled once for the whole batch; board returned to idle (dac=95/95, amp off) between axis groups and at the end.</a:t>
            </a:r>
          </a:p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Prerequisite fixes this session: NVIC priority swap (USART2 now preempts I2C1) eliminated VCP command byte-loss under live telemetry load — verified 30/30 clean commands before this data was collected.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Axis X results</a:t>
            </a:r>
          </a:p>
        </p:txBody>
      </p:sp>
      <p:pic>
        <p:nvPicPr>
          <p:cNvPr id="3" name="Picture 2" descr="axis_x_st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51560"/>
            <a:ext cx="11521440" cy="631655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Axis Y results</a:t>
            </a:r>
          </a:p>
        </p:txBody>
      </p:sp>
      <p:pic>
        <p:nvPicPr>
          <p:cNvPr id="3" name="Picture 2" descr="axis_y_st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51560"/>
            <a:ext cx="11521440" cy="631655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Summary metrics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4040"/>
                <a:gridCol w="1844040"/>
                <a:gridCol w="1844040"/>
                <a:gridCol w="1844040"/>
                <a:gridCol w="1844040"/>
                <a:gridCol w="1844040"/>
              </a:tblGrid>
              <a:tr h="365760"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Axis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Step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Dominant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Delta (px)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Overshoot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Settling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95 → 2000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-148.6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922ms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2000 → 2100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-19.8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469ms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2100 → 2000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79.1%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31ms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2000 → 2100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-7.1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125ms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95 → 2000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-124.2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765ms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2000 → 2100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-11.5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250ms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2100 → 2000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94.1%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156ms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2000 → 2100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-5.7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234ms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Findings vs. pre-fix baseline (2026-07-23)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0B0B0B"/>
                </a:solidFill>
              </a:defRPr>
            </a:pPr>
            <a:r>
              <a:t>•  Actuator confirmed physically moving on every run — the pre-fix "no movement" scare doesn't reproduce; amp_enable was always reaching the board.</a:t>
            </a:r>
          </a:p>
          <a:p>
            <a:pPr>
              <a:spcAft>
                <a:spcPts val="1000"/>
              </a:spcAft>
              <a:defRPr sz="1500">
                <a:solidFill>
                  <a:srgbClr val="0B0B0B"/>
                </a:solidFill>
              </a:defRPr>
            </a:pPr>
            <a:r>
              <a:t>•  Axis coupling flipped, consistently across all 8 runs: DAC-x now drives pixel-x directly (was pixel-y pre-fix), DAC-y now drives pixel-y (was pixel-x). Not measurement noise — the direction is consistent. Cause not identified (likely camera/actuator reorientation during the SB16/SB18 rework or bench reconfiguration).</a:t>
            </a:r>
          </a:p>
          <a:p>
            <a:pPr>
              <a:spcAft>
                <a:spcPts val="1000"/>
              </a:spcAft>
              <a:defRPr sz="1500">
                <a:solidFill>
                  <a:srgbClr val="0B0B0B"/>
                </a:solidFill>
              </a:defRPr>
            </a:pPr>
            <a:r>
              <a:t>•  → Any old fta_calibration.py fit matrix is now invalid — a fresh calibration sweep is required.</a:t>
            </a:r>
          </a:p>
          <a:p>
            <a:pPr>
              <a:spcAft>
                <a:spcPts val="1000"/>
              </a:spcAft>
              <a:defRPr sz="1500">
                <a:solidFill>
                  <a:srgbClr val="0B0B0B"/>
                </a:solidFill>
              </a:defRPr>
            </a:pPr>
            <a:r>
              <a:t>•  Small-step settling times are larger and noisier than pre-fix (125–469ms vs. 22–144ms); large-step settling is comparable (765–922ms vs. 793–1183ms).</a:t>
            </a:r>
          </a:p>
          <a:p>
            <a:pPr>
              <a:spcAft>
                <a:spcPts val="1000"/>
              </a:spcAft>
              <a:defRPr sz="1500">
                <a:solidFill>
                  <a:srgbClr val="0B0B0B"/>
                </a:solidFill>
              </a:defRPr>
            </a:pPr>
            <a:r>
              <a:t>•  → Not yet distinguished: a real dynamics change from the rework, vs. this method's lower sample rate (≈180Hz VCP relay vs. the original's camera-direct rate) making the settling-time criterion more sensitive to a single noisy tail sample.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Sine tracking —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0B0B0B"/>
                </a:solidFill>
              </a:defRPr>
            </a:pPr>
            <a:r>
              <a:t>•  Complements the step-response tests: instead of a one-off transient, commands a continuous sine on axis X (±200 DAC counts around 2000) and measures how well the pixel position follows it — directly relevant to rejecting the project's actual 10-20Hz disturbance band.</a:t>
            </a:r>
          </a:p>
          <a:p>
            <a:pPr>
              <a:spcAft>
                <a:spcPts val="1000"/>
              </a:spcAft>
              <a:defRPr sz="1500">
                <a:solidFill>
                  <a:srgbClr val="0B0B0B"/>
                </a:solidFill>
              </a:defRPr>
            </a:pPr>
            <a:r>
              <a:t>•  Same laptop-only VCP approach as the step tests: set_x commands paced at 200Hz to trace the sine, measured position sourced from the Nucleo's per-packet I2C-relay print, no Pi access needed.</a:t>
            </a:r>
          </a:p>
          <a:p>
            <a:pPr>
              <a:spcAft>
                <a:spcPts val="1000"/>
              </a:spcAft>
              <a:defRPr sz="1500">
                <a:solidFill>
                  <a:srgbClr val="0B0B0B"/>
                </a:solidFill>
              </a:defRPr>
            </a:pPr>
            <a:r>
              <a:t>•  Frequency is known exactly (we generate the command), so fitting the measured trace to A·sin(ωt)+B·cos(ωt)+C is a linear least-squares problem — no iterative fit needed. First full commanded cycle is excluded from each fit to avoid a startup transient (visible in the 1Hz run) contaminating the result.</a:t>
            </a:r>
          </a:p>
          <a:p>
            <a:pPr>
              <a:spcAft>
                <a:spcPts val="1000"/>
              </a:spcAft>
              <a:defRPr sz="1500">
                <a:solidFill>
                  <a:srgbClr val="0B0B0B"/>
                </a:solidFill>
              </a:defRPr>
            </a:pPr>
            <a:r>
              <a:t>•  IMPORTANT CAVEAT: this test's measurement path (I2C → Nucleo print → USB VCP → Python read) is NOT the path a real closed-loop controller would use — a future PID running on the Nucleo reads relayed telemetry directly at ISR level, with none of this print/USB/Python overhead. The fitted phase-lag numbers here likely include real actuator lag AND this test method's own added latency, not yet separated. Treat the SHAPE of the match as trustworthy; treat the exact lag numbers as an upper bound, not a clean actuator-only measurement.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Sine tracking results</a:t>
            </a:r>
          </a:p>
        </p:txBody>
      </p:sp>
      <p:pic>
        <p:nvPicPr>
          <p:cNvPr id="3" name="Picture 2" descr="sine_response_st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51560"/>
            <a:ext cx="11521440" cy="650296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Sine tracking — summary &amp; findings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34440"/>
          <a:ext cx="11064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365760"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Freq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Driven amp (x, px)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Driven lag (x, ms)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Cross amp (y, px)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Cross lag (y, ms)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0.5 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13.0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-940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-942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1 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12.2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-447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8.1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-448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2 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11.5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-204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7.8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-207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274249774080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50">
                <a:solidFill>
                  <a:srgbClr val="0B0B0B"/>
                </a:solidFill>
              </a:defRPr>
            </a:pPr>
            <a:r>
              <a:t>•  Measured trace is a clean, low-noise sinusoid locked to the exact commanded frequency at every tested rate — good news qualitatively: the actuator tracks a continuous sine faithfully in SHAPE, not distorted or backlash-limited.</a:t>
            </a:r>
          </a:p>
          <a:p>
            <a:pPr>
              <a:spcAft>
                <a:spcPts val="1000"/>
              </a:spcAft>
              <a:defRPr sz="1350">
                <a:solidFill>
                  <a:srgbClr val="0B0B0B"/>
                </a:solidFill>
              </a:defRPr>
            </a:pPr>
            <a:r>
              <a:t>•  But the fitted lag is surprisingly large even at 0.5Hz (~940ms, near half that period) — much bigger than the step-response settling times (125-469ms) would predict for the actuator alone, which is why we suspect the VCP-relay measurement path itself (see methodology caveat) is contributing most of this.</a:t>
            </a:r>
          </a:p>
          <a:p>
            <a:pPr>
              <a:spcAft>
                <a:spcPts val="1000"/>
              </a:spcAft>
              <a:defRPr sz="1350">
                <a:solidFill>
                  <a:srgbClr val="0B0B0B"/>
                </a:solidFill>
              </a:defRPr>
            </a:pPr>
            <a:r>
              <a:t>•  Not yet resolved: separate real actuator/optics lag from test-method latency — next step is either an even-lower-frequency check (e.g. 0.1Hz, where true actuator lag should be negligible) or a camera-direct sine test on the Pi that removes the VCP relay from the measurement path entirely.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