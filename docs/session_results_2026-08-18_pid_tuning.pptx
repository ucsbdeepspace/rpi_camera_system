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5" r:id="rId22"/>
    <p:sldId id="276" r:id="rId23"/>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1.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