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5" r:id="rId22"/>
    <p:sldId id="276" r:id="rId23"/>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runs ~20% below FEA — rescaling the 0.75mm-arm prediction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The cross-validated bench resonance for the current 0.5mm flexure is 38.5Hz (bode peak + ring-down peak-spacing, previous slides) — the FEA modal analysis on the same 0.5mm part predicts mode 1 at 48.19Hz, mode 2 at 52.92Hz.</a:t>
            </a:r>
          </a:p>
          <a:p>
            <a:pPr>
              <a:spcAft>
                <a:spcPts val="900"/>
              </a:spcAft>
            </a:pPr>
            <a:r>
              <a:rPr sz="1250">
                <a:solidFill>
                  <a:srgbClr val="333333"/>
                </a:solidFill>
                <a:latin typeface="Calibri"/>
              </a:rPr>
              <a:t>• </a:t>
            </a:r>
            <a:r>
              <a:rPr sz="1250">
                <a:solidFill>
                  <a:srgbClr val="333333"/>
                </a:solidFill>
                <a:latin typeface="Calibri"/>
              </a:rPr>
              <a:t>That's the model running ~20% high (measured/FEA = 0.80) — expected for a bolted flexure: FEA assumes a perfectly rigid clamp, the real joint has bolt-preload/contact compliance plus unmodeled fiber and connector mass, both of which lower the true frequency.</a:t>
            </a:r>
          </a:p>
          <a:p>
            <a:pPr>
              <a:spcAft>
                <a:spcPts val="900"/>
              </a:spcAft>
            </a:pPr>
            <a:r>
              <a:rPr sz="1250">
                <a:solidFill>
                  <a:srgbClr val="333333"/>
                </a:solidFill>
                <a:latin typeface="Calibri"/>
              </a:rPr>
              <a:t>• </a:t>
            </a:r>
            <a:r>
              <a:rPr sz="1250">
                <a:solidFill>
                  <a:srgbClr val="333333"/>
                </a:solidFill>
                <a:latin typeface="Calibri"/>
              </a:rPr>
              <a:t>Applying that 0.80 correction to the just-ordered 0.75mm-arm FEA (mode 1 = 81.35Hz, mode 2 = 90.55Hz, below) gives a revised bench estimate of ~65Hz / ~72Hz, not the raw FEA numbers.</a:t>
            </a:r>
          </a:p>
          <a:p>
            <a:pPr>
              <a:spcAft>
                <a:spcPts val="900"/>
              </a:spcAft>
            </a:pPr>
            <a:r>
              <a:rPr sz="1250">
                <a:solidFill>
                  <a:srgbClr val="333333"/>
                </a:solidFill>
                <a:latin typeface="Calibri"/>
              </a:rPr>
              <a:t>• </a:t>
            </a:r>
            <a:r>
              <a:rPr sz="1250">
                <a:solidFill>
                  <a:srgbClr val="333333"/>
                </a:solidFill>
                <a:latin typeface="Calibri"/>
              </a:rPr>
              <a:t>Against the 20Hz PID target that's ~3.25x margin corrected vs. 4.1x from raw FEA — still a real win over today's ~1.9x (38.5Hz/20Hz), just less headroom than FEA alone suggested.</a:t>
            </a:r>
          </a:p>
          <a:p>
            <a:pPr>
              <a:spcAft>
                <a:spcPts val="900"/>
              </a:spcAft>
            </a:pPr>
            <a:r>
              <a:rPr sz="1250">
                <a:solidFill>
                  <a:srgbClr val="333333"/>
                </a:solidFill>
                <a:latin typeface="Calibri"/>
              </a:rPr>
              <a:t>• </a:t>
            </a:r>
            <a:r>
              <a:rPr sz="1250" b="1">
                <a:solidFill>
                  <a:srgbClr val="333333"/>
                </a:solidFill>
                <a:latin typeface="Calibri"/>
              </a:rPr>
              <a:t>Action: </a:t>
            </a:r>
            <a:r>
              <a:rPr sz="1250">
                <a:solidFill>
                  <a:srgbClr val="333333"/>
                </a:solidFill>
                <a:latin typeface="Calibri"/>
              </a:rPr>
              <a:t>rerun the bode sweep and ring-down test on the 0.75mm part once installed to confirm directly, rather than relying on the scaled estimate.</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is 38.5Hz — see previous slide for the FEA-vs-bench correction.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