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4" r:id="rId21"/>
    <p:sldId id="273" r:id="rId20"/>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