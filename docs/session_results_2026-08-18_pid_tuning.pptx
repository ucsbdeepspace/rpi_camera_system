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 id="285" r:id="rId32"/>
    <p:sldId id="286" r:id="rId33"/>
    <p:sldId id="287" r:id="rId34"/>
    <p:sldId id="288" r:id="rId35"/>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26.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Cross-axis coupling test: FEA's independence prediction confirmed on hardware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5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FEA predicts the two flexure axes are totally independent modes -- driven each axis at its own resonance (real, large excitation: 154.6px on dac_y@40Hz, 112.5px on dac_x@48.5Hz) and watched the OTHER axis for any response.</a:t>
            </a:r>
          </a:p>
          <a:p>
            <a:pPr>
              <a:spcAft>
                <a:spcPts val="700"/>
              </a:spcAft>
            </a:pPr>
            <a:r>
              <a:rPr sz="1300">
                <a:solidFill>
                  <a:srgbClr val="333333"/>
                </a:solidFill>
                <a:latin typeface="Calibri"/>
              </a:rPr>
              <a:t>• </a:t>
            </a:r>
            <a:r>
              <a:rPr sz="1300">
                <a:solidFill>
                  <a:srgbClr val="333333"/>
                </a:solidFill>
                <a:latin typeface="Calibri"/>
              </a:rPr>
              <a:t>Cross-axis response in both directions was indistinguishable from that axis's own quiet-sitting noise floor (cy: 3.8px vs. 2.8px baseline std; cx: 1.3px vs. 3.5px baseline std) -- no coupling signal in either direction, despite driving right at peak excitation.</a:t>
            </a:r>
          </a:p>
          <a:p>
            <a:pPr>
              <a:spcAft>
                <a:spcPts val="700"/>
              </a:spcAft>
            </a:pPr>
            <a:r>
              <a:rPr sz="1300">
                <a:solidFill>
                  <a:srgbClr val="333333"/>
                </a:solidFill>
                <a:latin typeface="Calibri"/>
              </a:rPr>
              <a:t>• </a:t>
            </a:r>
            <a:r>
              <a:rPr sz="1300">
                <a:solidFill>
                  <a:srgbClr val="333333"/>
                </a:solidFill>
                <a:latin typeface="Calibri"/>
              </a:rPr>
              <a:t>Confirms the FEA prediction with a real measurement, not just consistency with it -- the flexure redesign can treat the two axes as separate problems.</a:t>
            </a:r>
          </a:p>
        </p:txBody>
      </p:sp>
      <p:pic>
        <p:nvPicPr>
          <p:cNvPr id="5" name="Picture 4" descr="scratch_cross_axis_coupling_plot.png"/>
          <p:cNvPicPr>
            <a:picLocks noChangeAspect="1"/>
          </p:cNvPicPr>
          <p:nvPr/>
        </p:nvPicPr>
        <p:blipFill>
          <a:blip r:embed="rId2"/>
          <a:stretch>
            <a:fillRect/>
          </a:stretch>
        </p:blipFill>
        <p:spPr>
          <a:xfrm>
            <a:off x="3003197" y="2750000"/>
            <a:ext cx="6185606" cy="3550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Wire-position ring-down test: a real, partial explanation for the resonance drift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Tested whether cable routing explains why this project's resonance measurements have drifted session to session -- ring-down on both axes across 4 wire configurations (away / touching one side / touching the other side / back to away).</a:t>
            </a:r>
          </a:p>
          <a:p>
            <a:pPr>
              <a:spcAft>
                <a:spcPts val="700"/>
              </a:spcAft>
            </a:pPr>
            <a:r>
              <a:rPr sz="1250">
                <a:solidFill>
                  <a:srgbClr val="333333"/>
                </a:solidFill>
                <a:latin typeface="Calibri"/>
              </a:rPr>
              <a:t>• </a:t>
            </a:r>
            <a:r>
              <a:rPr sz="1250">
                <a:solidFill>
                  <a:srgbClr val="333333"/>
                </a:solidFill>
                <a:latin typeface="Calibri"/>
              </a:rPr>
              <a:t>Real, reproducible effect on the second axis (dac_x -&gt; cy) only: touching one side pushed the resonance up (~55Hz avg vs. ~50Hz away), touching the other side landed in between (~52Hz) -- the primary axis (dac_y -&gt; cx) stayed flat (39.6-40.7Hz) through every configuration, unaffected.</a:t>
            </a:r>
          </a:p>
          <a:p>
            <a:pPr>
              <a:spcAft>
                <a:spcPts val="700"/>
              </a:spcAft>
            </a:pPr>
            <a:r>
              <a:rPr sz="1250">
                <a:solidFill>
                  <a:srgbClr val="333333"/>
                </a:solidFill>
                <a:latin typeface="Calibri"/>
              </a:rPr>
              <a:t>• </a:t>
            </a:r>
            <a:r>
              <a:rPr sz="1250">
                <a:solidFill>
                  <a:srgbClr val="333333"/>
                </a:solidFill>
                <a:latin typeface="Calibri"/>
              </a:rPr>
              <a:t>The repeat "back to away" trial did NOT cleanly reproduce the original away measurement (43.0/40.8Hz vs. the original 46.9/52.4Hz) -- wire contact is a real, confirmed lever, but it's a partial explanation, not the full story; something else still moves this axis's resonance too.</a:t>
            </a:r>
          </a:p>
          <a:p>
            <a:pPr>
              <a:spcAft>
                <a:spcPts val="700"/>
              </a:spcAft>
            </a:pPr>
            <a:r>
              <a:rPr sz="1250">
                <a:solidFill>
                  <a:srgbClr val="333333"/>
                </a:solidFill>
                <a:latin typeface="Calibri"/>
              </a:rPr>
              <a:t>• </a:t>
            </a:r>
            <a:r>
              <a:rPr sz="1250">
                <a:solidFill>
                  <a:srgbClr val="333333"/>
                </a:solidFill>
                <a:latin typeface="Calibri"/>
              </a:rPr>
              <a:t>Doesn't block anything: the ~47-50Hz figure already used for the FEA comparison sits comfortably inside this session's full observed range (40.8-56.6Hz) -- proceeding with the flexure redesign on that basis remains reasonable.</a:t>
            </a:r>
          </a:p>
        </p:txBody>
      </p:sp>
      <p:pic>
        <p:nvPicPr>
          <p:cNvPr id="5" name="Picture 4" descr="scratch_wire_position_ringdown_plot.png"/>
          <p:cNvPicPr>
            <a:picLocks noChangeAspect="1"/>
          </p:cNvPicPr>
          <p:nvPr/>
        </p:nvPicPr>
        <p:blipFill>
          <a:blip r:embed="rId2"/>
          <a:stretch>
            <a:fillRect/>
          </a:stretch>
        </p:blipFill>
        <p:spPr>
          <a:xfrm>
            <a:off x="3169661" y="3200000"/>
            <a:ext cx="5852678" cy="2850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Axis 2 (dac_x -&gt; cy) tuned independently for the first time -- beats axis 1's best-ever result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Axis 2 always mirrored axis 1's gains before today -- added independent set_kp2/set_ki2/set_kd2 and set_target_y (needed to command a step at all) to tune it on its own merits.</a:t>
            </a:r>
          </a:p>
          <a:p>
            <a:pPr>
              <a:spcAft>
                <a:spcPts val="700"/>
              </a:spcAft>
            </a:pPr>
            <a:r>
              <a:rPr sz="1300">
                <a:solidFill>
                  <a:srgbClr val="333333"/>
                </a:solidFill>
                <a:latin typeface="Calibri"/>
              </a:rPr>
              <a:t>• </a:t>
            </a:r>
            <a:r>
              <a:rPr sz="1300">
                <a:solidFill>
                  <a:srgbClr val="333333"/>
                </a:solidFill>
                <a:latin typeface="Calibri"/>
              </a:rPr>
              <a:t>Ki bisected at Kp=1.75: real ceiling sits 750-800 (ringing/diverging past that).</a:t>
            </a:r>
          </a:p>
          <a:p>
            <a:pPr>
              <a:spcAft>
                <a:spcPts val="700"/>
              </a:spcAft>
            </a:pPr>
            <a:r>
              <a:rPr sz="1300">
                <a:solidFill>
                  <a:srgbClr val="333333"/>
                </a:solidFill>
                <a:latin typeface="Calibri"/>
              </a:rPr>
              <a:t>• </a:t>
            </a:r>
            <a:r>
              <a:rPr sz="1300">
                <a:solidFill>
                  <a:srgbClr val="333333"/>
                </a:solidFill>
                <a:latin typeface="Calibri"/>
              </a:rPr>
              <a:t>Kp=1.75/Ki=700 chosen: 8.6% overshoot, 68.5ms settling -- clean AND the fastest point tested, beating axis 1's own historical best (141-193ms) with the same methodology.</a:t>
            </a:r>
          </a:p>
        </p:txBody>
      </p:sp>
      <p:pic>
        <p:nvPicPr>
          <p:cNvPr id="5" name="Picture 4" descr="scratch_axis2_ki_bisection_plot.png"/>
          <p:cNvPicPr>
            <a:picLocks noChangeAspect="1"/>
          </p:cNvPicPr>
          <p:nvPr/>
        </p:nvPicPr>
        <p:blipFill>
          <a:blip r:embed="rId2"/>
          <a:stretch>
            <a:fillRect/>
          </a:stretch>
        </p:blipFill>
        <p:spPr>
          <a:xfrm>
            <a:off x="2817154" y="2950000"/>
            <a:ext cx="6557692" cy="3100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 real, severe wire-position instability found on axis 1 -- confirmed and fixed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Small-amplitude testing (motivated by the real disturbance being atmospheric, not periodic) hit a severe, non-monotonic axis-1 degradation -- much bigger than expected from step size alone.</a:t>
            </a:r>
          </a:p>
          <a:p>
            <a:pPr>
              <a:spcAft>
                <a:spcPts val="700"/>
              </a:spcAft>
            </a:pPr>
            <a:r>
              <a:rPr sz="1250">
                <a:solidFill>
                  <a:srgbClr val="333333"/>
                </a:solidFill>
                <a:latin typeface="Calibri"/>
              </a:rPr>
              <a:t>• </a:t>
            </a:r>
            <a:r>
              <a:rPr sz="1250">
                <a:solidFill>
                  <a:srgbClr val="333333"/>
                </a:solidFill>
                <a:latin typeface="Calibri"/>
              </a:rPr>
              <a:t>Isolated to pure P (Kp=1.75, Ki=0, no integral at all): violent, SUSTAINED ~600px oscillation, present even holding a fixed point before any step. This project has never seen Kp=1.75 alone be unstable -- the known P-only boundary is ~Kp=6-6.5, over 3x higher.</a:t>
            </a:r>
          </a:p>
          <a:p>
            <a:pPr>
              <a:spcAft>
                <a:spcPts val="700"/>
              </a:spcAft>
            </a:pPr>
            <a:r>
              <a:rPr sz="1250">
                <a:solidFill>
                  <a:srgbClr val="333333"/>
                </a:solidFill>
                <a:latin typeface="Calibri"/>
              </a:rPr>
              <a:t>• </a:t>
            </a:r>
            <a:r>
              <a:rPr sz="1250">
                <a:solidFill>
                  <a:srgbClr val="333333"/>
                </a:solidFill>
                <a:latin typeface="Calibri"/>
              </a:rPr>
              <a:t>Root cause: the wire manipulation from the same day's wire-position ring-down test -- confirmed by asking the wires be restored to their original position and rerunning the IDENTICAL test.</a:t>
            </a:r>
          </a:p>
          <a:p>
            <a:pPr>
              <a:spcAft>
                <a:spcPts val="700"/>
              </a:spcAft>
            </a:pPr>
            <a:r>
              <a:rPr sz="1250">
                <a:solidFill>
                  <a:srgbClr val="333333"/>
                </a:solidFill>
                <a:latin typeface="Calibri"/>
              </a:rPr>
              <a:t>• </a:t>
            </a:r>
            <a:r>
              <a:rPr sz="1250">
                <a:solidFill>
                  <a:srgbClr val="333333"/>
                </a:solidFill>
                <a:latin typeface="Calibri"/>
              </a:rPr>
              <a:t>A real, standalone finding: wire routing can destabilize this rig's PRIMARY axis's basic closed-loop stability, not just shift the secondary axis's resonance frequency -- worth permanently securing the wires away from the flexure.</a:t>
            </a:r>
          </a:p>
        </p:txBody>
      </p:sp>
      <p:pic>
        <p:nvPicPr>
          <p:cNvPr id="5" name="Picture 4" descr="scratch_wire_instability_before_after.png"/>
          <p:cNvPicPr>
            <a:picLocks noChangeAspect="1"/>
          </p:cNvPicPr>
          <p:nvPr/>
        </p:nvPicPr>
        <p:blipFill>
          <a:blip r:embed="rId2"/>
          <a:stretch>
            <a:fillRect/>
          </a:stretch>
        </p:blipFill>
        <p:spPr>
          <a:xfrm>
            <a:off x="2833981" y="3050000"/>
            <a:ext cx="6524038" cy="29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