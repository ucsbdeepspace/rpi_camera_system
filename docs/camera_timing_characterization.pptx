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Timing Characterization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RGB888, single- and dual-camera, for FTA closed-loop beam tracking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loop latency: 10 ms  —  disturbance band: 10–20 Hz beacon wobble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+ dual OV9281 cameras, dark enclosure, single bench LED as ground truth</a:t>
            </a:r>
            <a:endParaRPr lang="en-US" sz="1300" dirty="0"/>
          </a:p>
        </p:txBody>
      </p:sp>
      <p:pic>
        <p:nvPicPr>
          <p:cNvPr id="4" name="Image 0" descr="setup_phot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2640" y="1417320"/>
            <a:ext cx="57302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82640" y="1417320"/>
            <a:ext cx="5730240" cy="4297680"/>
          </a:xfrm>
          <a:prstGeom prst="rect">
            <a:avLst/>
          </a:prstGeom>
          <a:ln w="12700">
            <a:solidFill>
              <a:srgbClr val="D8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5059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with two CSI camera ports — each OV9281 on its own CFE/ISP device pair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mounted in a cardboard enclosure to suppress background light for the dark-box brightness tests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LED taped in frame as a repeatable, known ground-truth signal for both cameras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cables (HBV adapter boards) carry each camera's CSI signal back to the 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RGB888: Latency &amp; Frequency vs. Exposure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frame duration (6000µs), identical exposure sweep on both streams</a:t>
            </a:r>
            <a:endParaRPr lang="en-US" sz="1300" dirty="0"/>
          </a:p>
        </p:txBody>
      </p:sp>
      <p:pic>
        <p:nvPicPr>
          <p:cNvPr id="4" name="Image 0" descr="exposure_sweep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9875520" cy="41447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806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897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~2500µs exposure, RGB888 detects nothing at all; raw stays usable across the full range.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can detect, frequency converges — the raw advantage is mainly at short exposure / low light.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RGB888 Can't See the LED at Short Exposure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mean brightness, ON vs. OFF, across the same exposure sweep</a:t>
            </a:r>
            <a:endParaRPr lang="en-US" sz="1300" dirty="0"/>
          </a:p>
        </p:txBody>
      </p:sp>
      <p:pic>
        <p:nvPicPr>
          <p:cNvPr id="4" name="Image 0" descr="exposure_sweep_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22" y="1325880"/>
            <a:ext cx="6181707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806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897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black-level subtraction and digital gain need enough exposure to have a signal to work with.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preserves low-level sensor values directly, so it keeps a usable ON/OFF gap even at 500µs.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Dual-Camera Closed-Loop: Latency vs. Frame Duration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 (2 separate OS processes, not threads) — corrected with achieved-fps instrumentation</a:t>
            </a:r>
            <a:endParaRPr lang="en-US" sz="1300" dirty="0"/>
          </a:p>
        </p:txBody>
      </p:sp>
      <p:pic>
        <p:nvPicPr>
          <p:cNvPr id="4" name="Image 0" descr="dual_camera_subprocess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11247120" cy="3601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806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897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achieved fps (not requested) is measured, latency drops and frequency rises cleanly as duration shortens.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3400µs is the last stable point (mean ~7ms, ~122Hz); 3228µs hung the process — true floor sits between the two.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~120 Hz, Not ~280 Hz? It's the Question, Not the Camera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genuinely different measurements -- both correct, answering different things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AF4F8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capture throughput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~282 fps  (~3.5 ms/frame)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capture-rate test, no LED or confirmation logic. Near the sensor's own rated ceiling (309.79 fps mode) — this is the true hardware limit.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AF4F8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step-and-response (this LED test)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98424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Hz  (~8 ms)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 state, wait for BOTH cameras to positively confirm it happened, then proceed. The ~2× gap is inherent to confirming a transition, not a camera bottleneck.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exists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already mid-exposure when the LED toggles can't show the new state — you always need the next one (~1 frame period, unavoidable).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two independent cameras to both confirm costs whichever one is slower that cycle (order-statistics penalty).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3492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468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for Phil: which control style does the FTA algorithm use?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8064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step-and-confirm (perturb, measure, adjust): expect ~120 Hz — matches this test closely.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latest-frame tracking (chasing a moving beacon, no confirmation step): could approach ~280 fps raw rate, ~3.5 ms pure latency.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~122 Hz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stable dual-camera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frequency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(3400µs frame duration)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536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34840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per-camera latency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3400µs (camera + GPIO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— no FTA settling)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536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3228µs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46720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floor — this value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the process;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go below 3400 solo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Phil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10 ms target a mean loop period or a hard per-cycle ceiling? At 3400µs we're comfortably under on mean, borderline on max.</a:t>
            </a:r>
            <a:endParaRPr lang="en-US" sz="14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 mechanical settling time is still uncharacterized — today's numbers are camera + GPIO only.</a:t>
            </a:r>
            <a:endParaRPr lang="en-US" sz="14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architecture (previous slide) determines which speed number actually applies — needs to be settled before more camera tuning is useful.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round-trip alone (wired GPIO17→GPIO27, no camera): 305,522 Hz / 3.27µs per cycle — confirms camera capture, not GPIO, accounts for essentially all of the ~7 ms floor.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 Timing Characterization for FTA Closed-Loop Control</dc:title>
  <dc:subject>PptxGenJS Presentation</dc:subject>
  <dc:creator>Bryan</dc:creator>
  <cp:lastModifiedBy>Bryan</cp:lastModifiedBy>
  <cp:revision>1</cp:revision>
  <dcterms:created xsi:type="dcterms:W3CDTF">2026-07-02T00:04:14Z</dcterms:created>
  <dcterms:modified xsi:type="dcterms:W3CDTF">2026-07-02T00:04:14Z</dcterms:modified>
</cp:coreProperties>
</file>